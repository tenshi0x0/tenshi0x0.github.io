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064125" y="4673600"/>
            <a:ext cx="555625" cy="54165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619750" y="4673600"/>
            <a:ext cx="555625" cy="54165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064125" y="4131945"/>
            <a:ext cx="555625" cy="54165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5060315" y="4651375"/>
            <a:ext cx="6985" cy="5702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175375" y="4673600"/>
            <a:ext cx="555625" cy="54165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619750" y="4131945"/>
            <a:ext cx="555625" cy="54165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067300" y="3590290"/>
            <a:ext cx="555625" cy="54165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67300" y="3048635"/>
            <a:ext cx="555625" cy="54165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619750" y="3590290"/>
            <a:ext cx="555625" cy="54165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175375" y="4131945"/>
            <a:ext cx="555625" cy="54165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731000" y="4673600"/>
            <a:ext cx="555625" cy="54165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5067300" y="4673600"/>
            <a:ext cx="5486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5622925" y="4680585"/>
            <a:ext cx="57023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6156960" y="4139565"/>
            <a:ext cx="6985" cy="5264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1754505" y="2287270"/>
          <a:ext cx="2087880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5676900" y="2263140"/>
          <a:ext cx="2087880" cy="3025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1754505" y="2287270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accent6">
                            <a:lumMod val="75000"/>
                          </a:schemeClr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5676900" y="2263140"/>
          <a:ext cx="324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1754505" y="2287270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accent6">
                            <a:lumMod val="75000"/>
                          </a:schemeClr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5676900" y="2263140"/>
          <a:ext cx="324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3" name="直接连接符 2"/>
          <p:cNvCxnSpPr/>
          <p:nvPr/>
        </p:nvCxnSpPr>
        <p:spPr>
          <a:xfrm flipV="1">
            <a:off x="5673725" y="2256155"/>
            <a:ext cx="3232150" cy="3254375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5947410" y="2515870"/>
            <a:ext cx="1140460" cy="117602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 flipV="1">
            <a:off x="7556500" y="4131945"/>
            <a:ext cx="1162050" cy="120523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64*158"/>
  <p:tag name="TABLE_ENDDRAG_RECT" val="66*143*164*158"/>
</p:tagLst>
</file>

<file path=ppt/tags/tag2.xml><?xml version="1.0" encoding="utf-8"?>
<p:tagLst xmlns:p="http://schemas.openxmlformats.org/presentationml/2006/main">
  <p:tag name="TABLE_ENDDRAG_ORIGIN_RECT" val="164*158"/>
  <p:tag name="TABLE_ENDDRAG_RECT" val="66*143*164*158"/>
</p:tagLst>
</file>

<file path=ppt/tags/tag3.xml><?xml version="1.0" encoding="utf-8"?>
<p:tagLst xmlns:p="http://schemas.openxmlformats.org/presentationml/2006/main">
  <p:tag name="TABLE_ENDDRAG_ORIGIN_RECT" val="164*158"/>
  <p:tag name="TABLE_ENDDRAG_RECT" val="66*143*164*158"/>
</p:tagLst>
</file>

<file path=ppt/tags/tag4.xml><?xml version="1.0" encoding="utf-8"?>
<p:tagLst xmlns:p="http://schemas.openxmlformats.org/presentationml/2006/main">
  <p:tag name="TABLE_ENDDRAG_ORIGIN_RECT" val="164*158"/>
  <p:tag name="TABLE_ENDDRAG_RECT" val="66*143*164*158"/>
</p:tagLst>
</file>

<file path=ppt/tags/tag5.xml><?xml version="1.0" encoding="utf-8"?>
<p:tagLst xmlns:p="http://schemas.openxmlformats.org/presentationml/2006/main">
  <p:tag name="TABLE_ENDDRAG_ORIGIN_RECT" val="164*158"/>
  <p:tag name="TABLE_ENDDRAG_RECT" val="66*143*164*158"/>
</p:tagLst>
</file>

<file path=ppt/tags/tag6.xml><?xml version="1.0" encoding="utf-8"?>
<p:tagLst xmlns:p="http://schemas.openxmlformats.org/presentationml/2006/main">
  <p:tag name="TABLE_ENDDRAG_ORIGIN_RECT" val="164*158"/>
  <p:tag name="TABLE_ENDDRAG_RECT" val="66*143*164*158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Tenshi Hinanawi</dc:creator>
  <cp:lastModifiedBy>Tenshi</cp:lastModifiedBy>
  <cp:revision>10</cp:revision>
  <dcterms:created xsi:type="dcterms:W3CDTF">2023-08-09T12:44:00Z</dcterms:created>
  <dcterms:modified xsi:type="dcterms:W3CDTF">2026-02-22T21:40:51Z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0753599FFBD34AF8A53B81A925A5D770_12</vt:lpwstr>
  </property>
</Properties>
</file>
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5064125" y="4673600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619750" y="4673600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5064125" y="4131945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箭头连接符 7"/>
          <p:cNvCxnSpPr/>
          <p:nvPr/>
        </p:nvCxnSpPr>
        <p:spPr>
          <a:xfrm flipV="1">
            <a:off x="5060315" y="4651375"/>
            <a:ext cx="6985" cy="5702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6175375" y="4673600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5619750" y="4131945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5067300" y="3590290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5067300" y="3048635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619750" y="3590290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6175375" y="4131945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6731000" y="4673600"/>
            <a:ext cx="555625" cy="541655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5067300" y="4673600"/>
            <a:ext cx="5486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>
            <a:off x="5622925" y="4680585"/>
            <a:ext cx="570230" cy="69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 flipH="1" flipV="1">
            <a:off x="6156960" y="4139565"/>
            <a:ext cx="6985" cy="5264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Tenshi Hinanawi</dc:creator>
  <cp:lastModifiedBy>Tenshi</cp:lastModifiedBy>
  <cp:revision>6</cp:revision>
  <dcterms:created xsi:type="dcterms:W3CDTF">2023-08-09T12:44:00Z</dcterms:created>
  <dcterms:modified xsi:type="dcterms:W3CDTF">2025-12-25T21:34:27Z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0753599FFBD34AF8A53B81A925A5D770_12</vt:lpwstr>
  </property>
</Properties>
</file>